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5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BBBF10-AAC0-D638-FC75-3FB9F0D69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8610600"/>
            <a:ext cx="13462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DED738-55D1-58A5-668F-B6B770CAA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0741" y="8357701"/>
            <a:ext cx="1326947" cy="7862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A5E4EA-0407-A103-7D48-8CDC5F81D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8534400"/>
            <a:ext cx="1391684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32A946-94AC-50FC-E7D9-A55D3AEB3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8534399"/>
            <a:ext cx="1346200" cy="5715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1EA643-758F-D618-79C6-FB23D0083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01" y="8610600"/>
            <a:ext cx="12700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C9D1D2-B2E2-CE44-BCB7-F00211E12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8610600"/>
            <a:ext cx="1412949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3F5F2D-F2F8-9D95-29BD-CC7C5DFBF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6133" y="8406950"/>
            <a:ext cx="1243834" cy="737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56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08CA48-CC5D-1060-381F-C0986F445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8610600"/>
            <a:ext cx="1448390" cy="5635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D95E2B-A2A9-3793-33F7-EBD419879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7400" y="8610600"/>
            <a:ext cx="14986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A9CE56-8F74-8DD0-4E50-0DACB7FFD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8800" y="8572499"/>
            <a:ext cx="1727200" cy="5334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12C59-D254-724B-A2F9-E33BB551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4993" y="8585650"/>
            <a:ext cx="1243835" cy="558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A19A36-9D57-CADC-BEB2-AA5806033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800" y="8534400"/>
            <a:ext cx="1319028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anshika sehgal</cp:lastModifiedBy>
  <cp:revision>2</cp:revision>
  <dcterms:created xsi:type="dcterms:W3CDTF">2006-08-16T00:00:00Z</dcterms:created>
  <dcterms:modified xsi:type="dcterms:W3CDTF">2026-06-10T17:17:29Z</dcterms:modified>
</cp:coreProperties>
</file>