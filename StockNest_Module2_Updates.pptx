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Inter"/>
              </a:defRPr>
            </a:pPr>
            <a:r>
              <a:t>Database Integration &amp; Secure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Relational Database Management: </a:t>
            </a:r>
            <a:r>
              <a:rPr sz="1600">
                <a:solidFill>
                  <a:srgbClr val="A0AEC0"/>
                </a:solidFill>
                <a:latin typeface="Inter"/>
              </a:rPr>
              <a:t>Switched from local mock data files to a robust PostgreSQL schema, creating structured tables for Users, Assets, and Maintenance logs.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Secure Credentials Hashing: </a:t>
            </a:r>
            <a:r>
              <a:rPr sz="1600">
                <a:solidFill>
                  <a:srgbClr val="A0AEC0"/>
                </a:solidFill>
                <a:latin typeface="Inter"/>
              </a:rPr>
              <a:t>Integrated BcryptJS to automatically salt and hash passwords, guaranteeing security before writing records to the database.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Session Token Authorization: </a:t>
            </a:r>
            <a:r>
              <a:rPr sz="1600">
                <a:solidFill>
                  <a:srgbClr val="A0AEC0"/>
                </a:solidFill>
                <a:latin typeface="Inter"/>
              </a:rPr>
              <a:t>Implemented stateless JSON Web Tokens (JWT) for secure session handling and tracking logged-in state across pages.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Role-Based Access Control (RBAC): </a:t>
            </a:r>
            <a:r>
              <a:rPr sz="1600">
                <a:solidFill>
                  <a:srgbClr val="A0AEC0"/>
                </a:solidFill>
                <a:latin typeface="Inter"/>
              </a:rPr>
              <a:t>Added middleware routing validating specific roles (Admin, Manager, Staff) to protect endpoints from unauthorized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Inter"/>
              </a:defRPr>
            </a:pPr>
            <a:r>
              <a:t>Asset Registry &amp; Smart Auto-Maintenance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Real-time CRUD REST APIs: </a:t>
            </a:r>
            <a:r>
              <a:rPr sz="1600">
                <a:solidFill>
                  <a:srgbClr val="A0AEC0"/>
                </a:solidFill>
                <a:latin typeface="Inter"/>
              </a:rPr>
              <a:t>Developed backend endpoints for listing, creating, updating, and deleting assets with validation check rules.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Dynamic AJAX Frontend: </a:t>
            </a:r>
            <a:r>
              <a:rPr sz="1600">
                <a:solidFill>
                  <a:srgbClr val="A0AEC0"/>
                </a:solidFill>
                <a:latin typeface="Inter"/>
              </a:rPr>
              <a:t>Rewrote frontend scripts using AJAX Fetch requests to dynamically render database query records inside our clean B2B layout.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Auto-Trigger Maintenance Logic: </a:t>
            </a:r>
            <a:r>
              <a:rPr sz="1600">
                <a:solidFill>
                  <a:srgbClr val="A0AEC0"/>
                </a:solidFill>
                <a:latin typeface="Inter"/>
              </a:rPr>
              <a:t>Created a trigger in the asset updates API that automatically schedules a High-Priority Maintenance Ticket if an asset's condition falls below 50%.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User-Friendly UI Alerts: </a:t>
            </a:r>
            <a:r>
              <a:rPr sz="1600">
                <a:solidFill>
                  <a:srgbClr val="A0AEC0"/>
                </a:solidFill>
                <a:latin typeface="Inter"/>
              </a:rPr>
              <a:t>Injected instant notifications in the browser to inform managers when an auto-scheduling event is triggered on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Inter"/>
              </a:defRPr>
            </a:pPr>
            <a:r>
              <a:t>Maintenance Center &amp; API Test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Live Service Log Dashboard: </a:t>
            </a:r>
            <a:r>
              <a:rPr sz="1600">
                <a:solidFill>
                  <a:srgbClr val="A0AEC0"/>
                </a:solidFill>
                <a:latin typeface="Inter"/>
              </a:rPr>
              <a:t>Created a unified service log table mapping tickets, dates, priority levels, and dynamic SLA durations (4h / 24h / 3d).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Rescheduling &amp; Action Modals: </a:t>
            </a:r>
            <a:r>
              <a:rPr sz="1600">
                <a:solidFill>
                  <a:srgbClr val="A0AEC0"/>
                </a:solidFill>
                <a:latin typeface="Inter"/>
              </a:rPr>
              <a:t>Connected frontend interactive modals to PUT and DELETE endpoints to edit, reschedule, or safely delete tickets from the database.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Postman Verification Suite: </a:t>
            </a:r>
            <a:r>
              <a:rPr sz="1600">
                <a:solidFill>
                  <a:srgbClr val="A0AEC0"/>
                </a:solidFill>
                <a:latin typeface="Inter"/>
              </a:rPr>
              <a:t>Built a complete API testing suite covering authentication, assets management, and auto-scheduling corner cases.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0F4F8"/>
                </a:solidFill>
                <a:latin typeface="Inter"/>
              </a:rPr>
              <a:t>•  Git Sync &amp; Pipeline Health: </a:t>
            </a:r>
            <a:r>
              <a:rPr sz="1600">
                <a:solidFill>
                  <a:srgbClr val="A0AEC0"/>
                </a:solidFill>
                <a:latin typeface="Inter"/>
              </a:rPr>
              <a:t>Set up background git sync automation to ensure changes remain safe and integrated with other teammates'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